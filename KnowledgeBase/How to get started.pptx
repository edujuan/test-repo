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711" autoAdjust="0"/>
  </p:normalViewPr>
  <p:slideViewPr>
    <p:cSldViewPr snapToGrid="0" snapToObjects="1">
      <p:cViewPr varScale="1">
        <p:scale>
          <a:sx n="93" d="100"/>
          <a:sy n="93" d="100"/>
        </p:scale>
        <p:origin x="102"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2" Type="http://schemas.openxmlformats.org/officeDocument/2006/relationships/slide" Target="slides/slide1.xml" /><Relationship Id="rId6" Type="http://schemas.openxmlformats.org/officeDocument/2006/relationships/tableStyles" Target="tableStyles.xml" /><Relationship Id="rId5" Type="http://schemas.openxmlformats.org/officeDocument/2006/relationships/theme" Target="theme/theme1.xml" /><Relationship Id="rId1" Type="http://schemas.openxmlformats.org/officeDocument/2006/relationships/slideMaster" Target="slideMasters/slideMaster1.xml" /><Relationship Id="rId4" Type="http://schemas.openxmlformats.org/officeDocument/2006/relationships/viewProps" Target="viewProps.xml" /><Relationship Id="rId3"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2/17/2018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2/17/2018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2/17/2018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2/17/2018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2/17/2018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2/17/2018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2/17/2018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EB5C9-1307-BA42-ABA2-0BC069CD8E7F}" type="datetimeFigureOut">
              <a:rPr lang="en-US" smtClean="0"/>
              <a:t>2/17/2018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Bevel-Software/Hexi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How</a:t>
            </a:r>
            <a:r>
              <a:rPr/>
              <a:t> </a:t>
            </a:r>
            <a:r>
              <a:rPr/>
              <a:t>to</a:t>
            </a:r>
            <a:r>
              <a:rPr/>
              <a:t> </a:t>
            </a:r>
            <a:r>
              <a:rPr/>
              <a:t>get</a:t>
            </a:r>
            <a:r>
              <a:rPr/>
              <a:t> </a:t>
            </a:r>
            <a:r>
              <a:rPr/>
              <a:t>started</a:t>
            </a:r>
          </a:p>
        </p:txBody>
      </p:sp>
      <p:sp>
        <p:nvSpPr>
          <p:cNvPr id="3" name="Content Placeholder 2"/>
          <p:cNvSpPr>
            <a:spLocks noGrp="1"/>
          </p:cNvSpPr>
          <p:nvPr>
            <p:ph idx="1"/>
          </p:nvPr>
        </p:nvSpPr>
        <p:spPr/>
        <p:txBody>
          <a:bodyPr/>
          <a:lstStyle/>
          <a:p>
            <a:pPr lvl="0" marL="0" indent="0">
              <a:buNone/>
            </a:pPr>
            <a:r>
              <a:rPr>
                <a:hlinkClick r:id="rId2"/>
              </a:rPr>
              <a:t>Link</a:t>
            </a:r>
          </a:p>
          <a:p>
            <a:pPr lvl="0" marL="0" indent="0">
              <a:buNone/>
            </a:pPr>
            <a:r>
              <a:rPr/>
              <a:t>Welcome. This workspace is your team’s shared home for three things:</a:t>
            </a:r>
          </a:p>
          <a:p>
            <a:pPr lvl="1"/>
            <a:r>
              <a:rPr b="1"/>
              <a:t>Knowledge</a:t>
            </a:r>
            <a:r>
              <a:rPr/>
              <a:t>: documents your team writes and trusts, organised however suits you.</a:t>
            </a:r>
          </a:p>
          <a:p>
            <a:pPr lvl="1"/>
            <a:r>
              <a:rPr b="1"/>
              <a:t>Skills</a:t>
            </a:r>
            <a:r>
              <a:rPr/>
              <a:t>: step-by-step instructions your AI agents follow to do real work.</a:t>
            </a:r>
          </a:p>
          <a:p>
            <a:pPr lvl="1"/>
            <a:r>
              <a:rPr b="1"/>
              <a:t>Tools</a:t>
            </a:r>
            <a:r>
              <a:rPr/>
              <a:t>: the integrations those agents are allowed to call, with the credentials kept safe.</a:t>
            </a:r>
          </a:p>
          <a:p>
            <a:pPr lvl="0" marL="0" indent="0">
              <a:buNone/>
            </a:pPr>
            <a:r>
              <a:rPr/>
              <a:t>Everything lives in a git repository your team owns, so every change has an author, a history, and a way back.</a:t>
            </a:r>
          </a:p>
          <a:p>
            <a:pPr lvl="0" marL="0" indent="0">
              <a:spcBef>
                <a:spcPts val="3000"/>
              </a:spcBef>
              <a:buNone/>
            </a:pPr>
            <a:r>
              <a:rPr b="1"/>
              <a:t>Find your way around</a:t>
            </a:r>
          </a:p>
          <a:p>
            <a:pPr lvl="0" marL="0" indent="0">
              <a:buNone/>
            </a:pPr>
            <a:r>
              <a:rPr/>
              <a:t>Use the app switcher in the top-left corner to move between the two views:</a:t>
            </a:r>
          </a:p>
          <a:p>
            <a:pPr lvl="1"/>
            <a:r>
              <a:rPr b="1"/>
              <a:t>Knowledge</a:t>
            </a:r>
            <a:r>
              <a:rPr/>
              <a:t> is the reading and writing surface: a file tree on the left, the document on the right.</a:t>
            </a:r>
          </a:p>
          <a:p>
            <a:pPr lvl="1"/>
            <a:r>
              <a:rPr b="1"/>
              <a:t>Skills &amp; Tools</a:t>
            </a:r>
            <a:r>
              <a:rPr/>
              <a:t> is the library: plugins holding skills and tools, who runs them, and what still needs setting up.</a:t>
            </a:r>
          </a:p>
          <a:p>
            <a:pPr lvl="0" marL="0" indent="0">
              <a:spcBef>
                <a:spcPts val="3000"/>
              </a:spcBef>
              <a:buNone/>
            </a:pPr>
            <a:r>
              <a:rPr b="1"/>
              <a:t>Write your first document</a:t>
            </a:r>
          </a:p>
          <a:p>
            <a:pPr lvl="0" marL="0" indent="0">
              <a:buNone/>
            </a:pPr>
            <a:r>
              <a:rPr/>
              <a:t>Open Knowledge, pick a folder (or create one), and start a page. If you can edit a file directly, an </a:t>
            </a:r>
            <a:r>
              <a:rPr b="1"/>
              <a:t>Edit</a:t>
            </a:r>
            <a:r>
              <a:rPr/>
              <a:t> button appears; if the page belongs to someone else, you get </a:t>
            </a:r>
            <a:r>
              <a:rPr b="1"/>
              <a:t>Propose changes</a:t>
            </a:r>
            <a:r>
              <a:rPr/>
              <a:t> instead. A proposal becomes a </a:t>
            </a:r>
            <a:r>
              <a:rPr b="1"/>
              <a:t>change request</a:t>
            </a:r>
            <a:r>
              <a:rPr/>
              <a:t>: the owner sees exactly what you want to change, and nothing moves until they approve it. That is the whole safety model, and it applies to agents exactly as it applies to people.</a:t>
            </a:r>
          </a:p>
          <a:p>
            <a:pPr lvl="0" marL="0" indent="0">
              <a:spcBef>
                <a:spcPts val="3000"/>
              </a:spcBef>
              <a:buNone/>
            </a:pPr>
            <a:r>
              <a:rPr b="1"/>
              <a:t>Set up your plugin</a:t>
            </a:r>
          </a:p>
          <a:p>
            <a:pPr lvl="0" marL="0" indent="0">
              <a:buNone/>
            </a:pPr>
            <a:r>
              <a:rPr/>
              <a:t>In Skills &amp; Tools, use </a:t>
            </a:r>
            <a:r>
              <a:rPr b="1"/>
              <a:t>New plugin</a:t>
            </a:r>
            <a:r>
              <a:rPr/>
              <a:t> to make a place for your team. Creating a plugin makes you the one who runs it: you approve its change requests, answer join requests, and manage who can see what (the </a:t>
            </a:r>
            <a:r>
              <a:rPr b="1"/>
              <a:t>Share</a:t>
            </a:r>
            <a:r>
              <a:rPr/>
              <a:t> button on the plugin page). Skills you create outside any plugin land in your own private space and can move into a plugin later.</a:t>
            </a:r>
          </a:p>
          <a:p>
            <a:pPr lvl="0" marL="0" indent="0">
              <a:spcBef>
                <a:spcPts val="3000"/>
              </a:spcBef>
              <a:buNone/>
            </a:pPr>
            <a:r>
              <a:rPr b="1"/>
              <a:t>Give your agents skills and tools</a:t>
            </a:r>
          </a:p>
          <a:p>
            <a:pPr lvl="1"/>
            <a:r>
              <a:rPr/>
              <a:t>On a plugin page, </a:t>
            </a:r>
            <a:r>
              <a:rPr b="1"/>
              <a:t>+</a:t>
            </a:r>
            <a:r>
              <a:rPr/>
              <a:t> adds a skill: name it and an empty skill file opens, ready for instructions. Write it the way you would brief a careful new colleague: what to load, what to do, what to record.</a:t>
            </a:r>
          </a:p>
          <a:p>
            <a:pPr lvl="1"/>
            <a:r>
              <a:rPr/>
              <a:t>Tools live in the plugin too: most are small manual files, and MCP servers go in the plugin’s </a:t>
            </a:r>
            <a:r>
              <a:rPr sz="1800">
                <a:latin typeface="Courier"/>
              </a:rPr>
              <a:t>mcp.json</a:t>
            </a:r>
            <a:r>
              <a:rPr/>
              <a:t>. Sign-ins and keys are entered on the </a:t>
            </a:r>
            <a:r>
              <a:rPr b="1"/>
              <a:t>Connect</a:t>
            </a:r>
            <a:r>
              <a:rPr/>
              <a:t> page or the tool’s own page, never written into files.</a:t>
            </a:r>
          </a:p>
          <a:p>
            <a:pPr lvl="0" marL="0" indent="0">
              <a:spcBef>
                <a:spcPts val="3000"/>
              </a:spcBef>
              <a:buNone/>
            </a:pPr>
            <a:r>
              <a:rPr b="1"/>
              <a:t>Connect your AI agent</a:t>
            </a:r>
          </a:p>
          <a:p>
            <a:pPr lvl="0" marL="0" indent="0">
              <a:buNone/>
            </a:pPr>
            <a:r>
              <a:rPr/>
              <a:t>Open the profile menu and choose </a:t>
            </a:r>
            <a:r>
              <a:rPr b="1"/>
              <a:t>External agent access</a:t>
            </a:r>
            <a:r>
              <a:rPr/>
              <a:t> to mint a connection key, then follow the instructions there to add this workspace to your agent (Claude Code and other MCP-capable agents work). The agent sees exactly what you can see and can do exactly what you can do, nothing more.</a:t>
            </a:r>
          </a:p>
          <a:p>
            <a:pPr lvl="0" marL="0" indent="0">
              <a:spcBef>
                <a:spcPts val="3000"/>
              </a:spcBef>
              <a:buNone/>
            </a:pPr>
            <a:r>
              <a:rPr b="1"/>
              <a:t>Good to know</a:t>
            </a:r>
          </a:p>
          <a:p>
            <a:pPr lvl="1"/>
            <a:r>
              <a:rPr/>
              <a:t>The repo root’s </a:t>
            </a:r>
            <a:r>
              <a:rPr sz="1800">
                <a:latin typeface="Courier"/>
              </a:rPr>
              <a:t>AGENTS.md</a:t>
            </a:r>
            <a:r>
              <a:rPr/>
              <a:t> is the full reference your agents read. It is maintained by the platform, so leave it as it is; team conventions belong in documents like this one.</a:t>
            </a:r>
          </a:p>
          <a:p>
            <a:pPr lvl="1"/>
            <a:r>
              <a:rPr/>
              <a:t>Nothing is ever really lost: every version of every file stays in the repository’s history.</a:t>
            </a:r>
          </a:p>
          <a:p>
            <a:pPr lvl="0" marL="0" indent="0">
              <a:buNone/>
            </a:pPr>
            <a:r>
              <a:rPr/>
              <a:t>Delete this page once your team has found its feet, or keep it for the next person who joins.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26</Words>
  <Application>Microsoft Office PowerPoint</Application>
  <PresentationFormat>On-screen Show (4:3)</PresentationFormat>
  <Paragraphs>10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Title</vt:lpstr>
      <vt:lpstr>Slide Title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2026-09-16T12:52:12Z</dcterms:created>
  <dcterms:modified xsi:type="dcterms:W3CDTF">2026-09-16T12:52:12Z</dcterms:modified>
</cp:coreProperties>
</file>